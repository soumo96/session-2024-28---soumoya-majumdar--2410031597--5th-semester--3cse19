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IILM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95605"/>
            <a:ext cx="3291840" cy="9747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480560" y="704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UNIVERSITY, GREATER NOIDA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402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Deployment &amp; Automation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 Program (8 Weeks)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84048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069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4069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2410031597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5074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Cloud Computing, 5th Semester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577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Name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5577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 (under AICTE)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&amp; Automation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1554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 – Oct 2026 (8 weeks)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92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Virtual, self-paced with weekly deadlines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343400" y="3886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17720" y="416052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3205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7720" y="4892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Patronage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National Internship Portal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8138160" y="3886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12480" y="416052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32054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12480" y="4892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No.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C18Y2026M091567121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— “Nation Building Through Skills”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is a non-profit that works with AICTE to run virtual internships for engineering students all over India.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courses are built with tech companies, so along with the lessons you actually get your hands dirty with assignments.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applied through the AICTE National Internship Portal, and you get a certificate once you clear everything.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ISO-certified and has been named a Great Place To 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7373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17373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1737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one topic each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0960" y="31546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31546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3154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with weekly tests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45720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0" y="45720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45720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at the end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Wanted to Get Out of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72593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model behind an API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turn a trained model into something other apps can call, using FastAPI.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70" y="17259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"works on my machine" problem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1920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apps with Docker and set up CI/CD so deployments happen on their own.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2804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063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cloud for real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474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SageMaker, Vertex AI and Azure ML, which ties in with my Cloud Computing branch.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17920" y="310896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70" y="328041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32320" y="3063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agents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132320" y="3474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tools like LangChain and LlamaIndex are used to make agents and RAG apps.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4834890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things break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46304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watch a live model with Prometheus, Grafana and Evidently AI.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217920" y="4663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370" y="4834890"/>
            <a:ext cx="342900" cy="3429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32320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safety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713232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security, privacy and bias problems that come with AI.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8 Weeks Were Laid 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920240" y="2377440"/>
            <a:ext cx="8348472" cy="0"/>
          </a:xfrm>
          <a:prstGeom prst="line">
            <a:avLst/>
          </a:prstGeom>
          <a:noFill/>
          <a:ln w="25400">
            <a:solidFill>
              <a:srgbClr val="AAB6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2011680"/>
            <a:ext cx="731520" cy="731520"/>
          </a:xfrm>
          <a:prstGeom prst="ellipse">
            <a:avLst/>
          </a:prstGeom>
          <a:solidFill>
            <a:srgbClr val="1220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Foundations &amp; FastAPI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6999" y="2011680"/>
            <a:ext cx="731520" cy="731520"/>
          </a:xfrm>
          <a:prstGeom prst="ellipse">
            <a:avLst/>
          </a:prstGeom>
          <a:solidFill>
            <a:srgbClr val="1220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6999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31159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1159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CI/CD for MLOps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19518" y="2011680"/>
            <a:ext cx="731520" cy="731520"/>
          </a:xfrm>
          <a:prstGeom prst="ellipse">
            <a:avLst/>
          </a:prstGeom>
          <a:solidFill>
            <a:srgbClr val="1220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1951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13678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13678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&amp; Generative AI Serving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902038" y="2011680"/>
            <a:ext cx="731520" cy="731520"/>
          </a:xfrm>
          <a:prstGeom prst="ellipse">
            <a:avLst/>
          </a:prstGeom>
          <a:solidFill>
            <a:srgbClr val="1220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0203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896198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896198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Automation Workflows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20240" y="4572000"/>
            <a:ext cx="8348472" cy="0"/>
          </a:xfrm>
          <a:prstGeom prst="line">
            <a:avLst/>
          </a:prstGeom>
          <a:noFill/>
          <a:ln w="25400">
            <a:solidFill>
              <a:srgbClr val="AAB6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4206240"/>
            <a:ext cx="731520" cy="731520"/>
          </a:xfrm>
          <a:prstGeom prst="ellipse">
            <a:avLst/>
          </a:prstGeom>
          <a:solidFill>
            <a:srgbClr val="1220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5448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Integration, Security &amp; Compliance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36999" y="4206240"/>
            <a:ext cx="731520" cy="731520"/>
          </a:xfrm>
          <a:prstGeom prst="ellipse">
            <a:avLst/>
          </a:prstGeom>
          <a:solidFill>
            <a:srgbClr val="1220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36999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331159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331159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&amp; Observability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19518" y="4206240"/>
            <a:ext cx="731520" cy="731520"/>
          </a:xfrm>
          <a:prstGeom prst="ellipse">
            <a:avLst/>
          </a:prstGeom>
          <a:solidFill>
            <a:srgbClr val="1220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19518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113678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13678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Drift &amp; Advanced RAG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902038" y="4206240"/>
            <a:ext cx="731520" cy="731520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02038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896198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896198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&amp; Capstone Projects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1–2: Getting a Model Online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FastAPI Model Serving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the basics: what happens to a model after training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my environment and learned the MLOps vocabulary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my first API that loads a model and returns predictions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it async so it could handle more than one request at a time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Containerization &amp; CI/CD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Docker works: images, containers, networks, volumes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 Dockerfile for my Week 1 API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why versioning data and models matters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pipeline that tests and builds on every push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3–4: Cloud, LLMs and Agents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Cloud &amp; Generative AI Serving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SageMaker, Vertex AI and Azure ML for deployment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an LLM with vLLM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quantization to make a big model fit and run faster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why LLMs are tricky: cost, speed, made-up answers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AI Agents &amp; Automation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simple agents with LangChain and LlamaIndex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LangGraph to chain several steps together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the agent tools so it could do things, not just talk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how companies automate routine work this way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5–6: Making It Safe and Scalable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Integration, Security &amp; Compliance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quick demo UIs with Streamlit and Gradio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about attacks like prompt injection and data leaks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user data without exposing 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spot and reduce bias in a model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Kubernetes &amp; Observability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comfortable with Pods, Deployments and Services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my API by running more copies of 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metrics with Prometheus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Grafana dashboard to see it all in one place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7–8: Fine-Tuning and the Final Project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Performance, Drift &amp; Advanced RAG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performance and looked at keeping cloud bills low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Evidently AI to catch when data starts changing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when and how to retrain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deeper into RAG with vector databases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830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Applied AI &amp; Capstone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through e-commerce and healthcare case studies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RAG app with a FastAPI backend and a frontend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an agent for automating business tasks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everything from the 8 weeks together in one project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Capstone: Putting It All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app that goes from my code all the way to a monitored, running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26517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77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5488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320040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Vector DB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documents into chunks and stored them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rot="5400000">
            <a:off x="2221992" y="3355848"/>
            <a:ext cx="228600" cy="146304"/>
          </a:xfrm>
          <a:prstGeom prst="triangl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32304" y="2103120"/>
            <a:ext cx="1691640" cy="26517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35224" y="2377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674" y="25488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42032" y="320040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542032" y="37947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chunks, then answer from them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105656" y="3355848"/>
            <a:ext cx="228600" cy="146304"/>
          </a:xfrm>
          <a:prstGeom prst="triangl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15968" y="2103120"/>
            <a:ext cx="1691640" cy="26517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888" y="2377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338" y="254889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25696" y="320040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425696" y="37947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API, plus a simple web page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 rot="5400000">
            <a:off x="5989320" y="3355848"/>
            <a:ext cx="228600" cy="146304"/>
          </a:xfrm>
          <a:prstGeom prst="triangl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99632" y="2103120"/>
            <a:ext cx="1691640" cy="26517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02552" y="2377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002" y="254889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09360" y="320040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309360" y="37947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gets built and tested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 rot="5400000">
            <a:off x="7872984" y="3355848"/>
            <a:ext cx="228600" cy="146304"/>
          </a:xfrm>
          <a:prstGeom prst="triangl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83296" y="2103120"/>
            <a:ext cx="1691640" cy="26517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586216" y="2377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666" y="2548890"/>
            <a:ext cx="342900" cy="342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193024" y="320040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Cloud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193024" y="37947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scales on the cluster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 rot="5400000">
            <a:off x="9756648" y="3355848"/>
            <a:ext cx="228600" cy="146304"/>
          </a:xfrm>
          <a:prstGeom prst="triangl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966960" y="2103120"/>
            <a:ext cx="1691640" cy="2651760"/>
          </a:xfrm>
          <a:prstGeom prst="roundRect">
            <a:avLst>
              <a:gd name="adj" fmla="val 5405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69880" y="23774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1330" y="2548890"/>
            <a:ext cx="342900" cy="3429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76688" y="320040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10076688" y="37947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Evidently AI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77240" y="5230368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" y="5401818"/>
            <a:ext cx="342900" cy="3429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69164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loop: </a:t>
            </a:r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dashboards show the answers getting worse, the model gets retrained and goes back out through the same pipeline.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I Worked With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APIs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83564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08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69364" y="2011680"/>
            <a:ext cx="914400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69364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275588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1275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61388" y="2560320"/>
            <a:ext cx="987552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61388" y="25603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Orchestration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987552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01168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22392" y="201168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2239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2560320"/>
            <a:ext cx="1851660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56032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ML Platforms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2011680"/>
            <a:ext cx="1947672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201168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2560320"/>
            <a:ext cx="1947672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256032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31552" y="2560320"/>
            <a:ext cx="1179576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31552" y="256032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Agents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275588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389120"/>
            <a:ext cx="1275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61388" y="438912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61388" y="4389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1275588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937760"/>
            <a:ext cx="1275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961388" y="493776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61388" y="4937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2976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Quality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7680" y="438912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97680" y="4389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06440" y="4389120"/>
            <a:ext cx="1083564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06440" y="4389120"/>
            <a:ext cx="108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97680" y="4937760"/>
            <a:ext cx="1563624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97680" y="493776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Core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46720" y="4389120"/>
            <a:ext cx="987552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46720" y="43891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171432" y="4389120"/>
            <a:ext cx="1275588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71432" y="4389120"/>
            <a:ext cx="1275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46720" y="4937760"/>
            <a:ext cx="1563624" cy="411480"/>
          </a:xfrm>
          <a:prstGeom prst="roundRect">
            <a:avLst>
              <a:gd name="adj" fmla="val 44444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46720" y="493776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Was Evaluated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Learning Plan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module every week, with videos and labs.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8745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57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quiz at the end of each week to check I had actually understood it.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17920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57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Documentation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weeks had assignments and a written report to submit.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052560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326880" y="18745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0574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 Test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test in the last week on everything.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grade </a:t>
            </a:r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all three: the weekly quizzes, the projects and the final test. Clearing them gets you the AICTE – EduSkills certificate.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technical side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in a notebook is maybe half the job; getting it online is the other half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Dockerfile and not fear CI/CD anymore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and scaling apps on Kubernetes and the big cloud platforms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and AI agents actually work under the hood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an eye on a live model, not just shipping it and forgetting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09360" y="150876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tech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33172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my own time, since nobody was chasing me about deadlines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things up clearly so someone else could follow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isn't everything; cost and reliability matter just as much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with an error and figuring it out myself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Hard, and What I Did About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tools, too little time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9659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 three clouds and agent frameworks, all in 8 weeks.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9659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reusing the same small API every week, so each new tool built on the last.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83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kept breaking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versions clashed and containers failed to build.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38328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exact versions in requirements.txt and switched to smaller base images.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800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heavy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80060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laptop couldn't comfortably run a large model.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48006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quantized models, served them with vLLM, and leaned on free cloud tiers.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|  AICTE – EduSkills Virtual Internship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this, I knew how to train a model. Now I know how to actually put one out there and keep it running, which fits really well with what I'm studying in Cloud Computing.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10896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291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023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cloud certification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754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AWS or Google Cloud, now that the basics make sense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83464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310896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291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4023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 the capstone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754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login, autoscaling and automatic retraining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283464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310896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291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4023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my own projects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754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Docker, CI/CD and monitoring into college projects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463040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56" y="17373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88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94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take any questions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Soumoya Majumdar  ·  2410031597  ·  B.Tech Cloud Computing, 5th Sem  ·  IILM University, Greater Noida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 - AI Deployment &amp; Automation</dc:title>
  <dc:subject>PptxGenJS Presentation</dc:subject>
  <dc:creator>Soumoya Majumdar</dc:creator>
  <cp:lastModifiedBy>Soumoya Majumdar</cp:lastModifiedBy>
  <cp:revision>1</cp:revision>
  <dcterms:created xsi:type="dcterms:W3CDTF">2026-09-23T04:33:21Z</dcterms:created>
  <dcterms:modified xsi:type="dcterms:W3CDTF">2026-09-23T04:33:21Z</dcterms:modified>
</cp:coreProperties>
</file>